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可见光视觉定位</a:t>
            </a:r>
            <a:br/>
            <a:r>
              <a:t>着陆标志关键点检测与位姿解算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BFA5"/>
                </a:solidFill>
              </a:defRPr>
            </a:pPr>
            <a:r>
              <a:t>YOLOv8-pose  vs  RT-DETRv2  对比研究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BB"/>
                </a:solidFill>
              </a:defRPr>
            </a:pPr>
            <a:r>
              <a:t>组会汇报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研究概览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任务：从火箭侧视相机图像中检测地面着陆标志的 9 个关键点 → PnP 解算 6-DoF 位姿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数据：Blender 仿真 2 条下降轨迹 × 2000 帧，7:2:1 划分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方案 A — RT-DETRv2：Transformer 架构 + 7 项联合损失 (含结构一致性)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方案 B — YOLOv8-pose：轻量 CNN + 原生 Pose head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后处理：EPnP / IPPE + 椭圆混合几何解算器</a:t>
            </a:r>
          </a:p>
          <a:p>
            <a:pPr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评估：800 张测试图，按近/中/远分段统计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网络架构对比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96F3"/>
                </a:solidFill>
              </a:defRPr>
            </a:pPr>
            <a:r>
              <a:t>YOLOv8-pose (Scheme 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CSPDarknet 骨干 → Pose Head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参数量：11.6M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预训练：COCO Keypoint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端到端单阶段检测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训练：100 epochs, batch=128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策略：禁用翻转/Mosaic，保护方位语义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722"/>
                </a:solidFill>
              </a:defRPr>
            </a:pPr>
            <a:r>
              <a:t>RT-DETRv2 (Scheme 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ResNet50-vd → HybridEncoder → Transformer Decoder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参数量：43.5M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预训练：COCO Detection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Set Prediction (无 NMS)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训练：60 epochs, batch=8, AMP+EMA</a:t>
            </a:r>
          </a:p>
          <a:p>
            <a:pPr>
              <a:spcAft>
                <a:spcPts val="600"/>
              </a:spcAft>
              <a:defRPr sz="1500">
                <a:solidFill>
                  <a:srgbClr val="212121"/>
                </a:solidFill>
              </a:defRPr>
            </a:pPr>
            <a:r>
              <a:t>7 项联合损失：L_kpt(10) + L_oks(4) + L_struct(2) + 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训练过程对比</a:t>
            </a:r>
          </a:p>
        </p:txBody>
      </p:sp>
      <p:pic>
        <p:nvPicPr>
          <p:cNvPr id="3" name="Picture 2" descr="trai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5889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总体测试指标对比</a:t>
            </a:r>
          </a:p>
        </p:txBody>
      </p:sp>
      <p:pic>
        <p:nvPicPr>
          <p:cNvPr id="3" name="Picture 2" descr="overal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707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综合评估摘要</a:t>
            </a:r>
          </a:p>
        </p:txBody>
      </p:sp>
      <p:pic>
        <p:nvPicPr>
          <p:cNvPr id="3" name="Picture 2" descr="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7315200" cy="45204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近/中/远分段性能对比</a:t>
            </a:r>
          </a:p>
        </p:txBody>
      </p:sp>
      <p:pic>
        <p:nvPicPr>
          <p:cNvPr id="3" name="Picture 2" descr="rang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606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关键点误差分布</a:t>
            </a:r>
          </a:p>
        </p:txBody>
      </p:sp>
      <p:pic>
        <p:nvPicPr>
          <p:cNvPr id="3" name="Picture 2" descr="keypoint_err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42870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位姿误差分布 &amp; 推理速度</a:t>
            </a:r>
          </a:p>
        </p:txBody>
      </p:sp>
      <p:pic>
        <p:nvPicPr>
          <p:cNvPr id="3" name="Picture 2" descr="pose_erro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188720"/>
            <a:ext cx="7772400" cy="2917653"/>
          </a:xfrm>
          <a:prstGeom prst="rect">
            <a:avLst/>
          </a:prstGeom>
        </p:spPr>
      </p:pic>
      <p:pic>
        <p:nvPicPr>
          <p:cNvPr id="4" name="Picture 3" descr="spee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371600"/>
            <a:ext cx="4114800" cy="26201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轨迹复原与误差分析</a:t>
            </a:r>
          </a:p>
        </p:txBody>
      </p:sp>
      <p:pic>
        <p:nvPicPr>
          <p:cNvPr id="3" name="Picture 2" descr="error_along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11704320" cy="66508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高度-误差关系 &amp; GT 轨迹</a:t>
            </a:r>
          </a:p>
        </p:txBody>
      </p:sp>
      <p:pic>
        <p:nvPicPr>
          <p:cNvPr id="3" name="Picture 2" descr="altitude_vs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97280"/>
            <a:ext cx="6858000" cy="2633458"/>
          </a:xfrm>
          <a:prstGeom prst="rect">
            <a:avLst/>
          </a:prstGeom>
        </p:spPr>
      </p:pic>
      <p:pic>
        <p:nvPicPr>
          <p:cNvPr id="4" name="Picture 3" descr="gt_trajectory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97280"/>
            <a:ext cx="5029200" cy="5129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2121"/>
                </a:solidFill>
              </a:defRPr>
            </a:pPr>
            <a:r>
              <a:t>当前问题与后续计划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5722"/>
                </a:solidFill>
              </a:defRPr>
            </a:pPr>
            <a:r>
              <a:t>当前问题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远距离 (&gt;300m) 平移误差 &gt;280 Blender units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前后帧解算缺乏时序约束，存在跳变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RT-DETR 关键点精度不如 YOLO (PCK@5: 76% vs 97%)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远距离像素误差 &lt;1px 但位姿误差很大 (深度歧义)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BFA5"/>
                </a:solidFill>
              </a:defRPr>
            </a:pPr>
            <a:r>
              <a:t>后续改进方向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引入卡尔曼滤波/EKF 做帧间位姿平滑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椭圆几何约束在远距离的深度估计增强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多分辨率特征融合提升小目标关键点精度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真实场景数据验证 (域迁移)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BFA5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